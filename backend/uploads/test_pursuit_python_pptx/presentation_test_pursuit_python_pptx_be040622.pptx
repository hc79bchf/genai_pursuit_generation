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5400">
                <a:solidFill>
                  <a:srgbClr val="FFD700"/>
                </a:solidFill>
              </a:defRPr>
            </a:pPr>
            <a:r>
              <a:t>Proposal for TechCorp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AI Platform Modernization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0"/>
          </a:xfrm>
        </p:spPr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0"/>
            <a:ext cx="6400800" cy="0"/>
          </a:xfrm>
        </p:spPr>
        <p:txBody>
          <a:bodyPr/>
          <a:lstStyle/>
          <a:p>
            <a:r>
              <a:t>Objective: Build a scalable, secure AI Platform.</a:t>
            </a:r>
          </a:p>
          <a:p>
            <a:pPr/>
            <a:r>
              <a:t>Key Benefits:</a:t>
            </a:r>
          </a:p>
          <a:p>
            <a:pPr lvl="1"/>
            <a:r>
              <a:t>Auto-scaling infrastructure</a:t>
            </a:r>
          </a:p>
          <a:p>
            <a:pPr lvl="1"/>
            <a:r>
              <a:t>SOC2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39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